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0"/>
    <p:restoredTop sz="94620"/>
  </p:normalViewPr>
  <p:slideViewPr>
    <p:cSldViewPr snapToGrid="0" snapToObjects="1" showGuides="1">
      <p:cViewPr varScale="1">
        <p:scale>
          <a:sx n="127" d="100"/>
          <a:sy n="127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0C1F-E7FD-2B42-B879-4FDF64D13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CAF79-FD95-BE4E-96C6-0ACCC832B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52F4-8C02-A041-A25D-09DDA6B7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F7EC7-85AE-E446-B9D9-39BE6322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F6D54-1428-E742-9E17-566DA2C4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10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E75E-3B97-F14E-A4D7-D324D6E7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A1D90-9A66-224C-8D86-1A55B8AA9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FDCF9-849F-6A48-98F9-8C04D629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A27B2-FD37-A34D-A279-F7C151EA9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749C8-5714-604A-A0DF-FE36E5E6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76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BDC1-83FF-514E-B31E-4AD54F03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3C0CA-7841-C34B-9343-3A6555DAF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A1B7D-2896-9941-B847-D2EDCCD6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CCFB0-5F7F-BF4E-A5B8-A58E30E4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1DC47-35CB-1849-A697-71D12CE8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40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7246-0918-2A47-BB0A-142A2957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A212-690F-0E41-BC92-E8621D9A0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A3D18-0A03-1247-9EB7-5DD61CCF3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B1409-ECF4-F646-BA71-E6D80121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0326F-B173-254C-98FB-85C194E8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AC7A4-D35C-B44F-828C-795CA9A5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29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65A2-AF9D-9B4F-90F4-DDD378FE3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52012-4C46-0443-A18A-A957C94BE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628F2-6725-F34B-92A5-930361CDA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2A96E-70FD-5943-911D-41DD087C3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DED79-01F5-2441-A9E5-F3892A480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400E73-D9C5-4B46-89F5-080AA0CC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A3B2CD-9EF7-7847-BF67-9338CB1E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61D13-833C-DB46-ADF3-A8043F40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34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0CD0-0F08-8443-82A5-85413503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61847-67C5-9842-B469-7130435D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2CAF1-12A6-4849-B87F-4749EEFD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5C3E-6A42-4C47-8E11-4F0B32CC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09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712F3-5F71-3E4C-BA08-A0FC6D74E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2084EE-E7F7-3248-9FF0-02D1F039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41080-86B4-4143-A929-A3B93A2A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13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1F1E-1FF6-4746-B82F-D3977E823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9F194-B39B-AB40-86DF-284D5B1DC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4C72D-9906-4944-BB57-F4CE23616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4AE1C-487B-EB4A-9BD8-7DC354BE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6B8D8-1C7B-1041-B736-1961DD18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4D567-3EA5-C742-A44D-44EC5CEF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28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BA8E1-16EE-D04E-BBCD-91A334D0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521-1C5C-C341-BE18-2CA5249AE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B62F8-6EA3-0A49-B009-3F5AFE1F7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4FCA3-9C75-A745-9965-951C3CC4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C01C8-E8C7-1C49-83A6-36BBBB9A7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CB235-9497-F541-9F1F-2FC799CC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016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9BB4-FAEE-564C-A20E-35A15D66F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EA085-0408-8244-8BE6-D4FA288E3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9C6EF-CA69-EF4F-A51C-5095D739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2A90B-AC44-454F-BC24-FF5BB3B1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EF1FB-945E-E044-B724-3F501401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52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A66DC-4C32-A340-97CB-9EF3278C3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22773-68C5-DB4E-846C-A5A6EF041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7C75A-E719-8847-B187-293BFCDF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17D3-1D59-A944-9E73-55BA4D80E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635DC-0D5E-C34F-8AA4-9F48B13E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29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B9EFBA-E498-934A-AB10-19B705E98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EA037-1A37-2644-B047-C43038281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A559C-E41F-864D-8F67-78EC4C780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7800D-A5B4-1C4C-9D16-814B894AF255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AE255-3F5A-6D4C-B476-398C80938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54A9E-E783-704F-9D24-E2B72E328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42763-292E-A343-83F1-1F8EF86159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46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F91942-FD54-554D-975F-2FFC7E1B22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0169489"/>
              </p:ext>
            </p:extLst>
          </p:nvPr>
        </p:nvGraphicFramePr>
        <p:xfrm>
          <a:off x="3854196" y="1986771"/>
          <a:ext cx="3584448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0x7FFE4A71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1010 0001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0x7FFE4A72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  <a:r>
                        <a:rPr lang="en-GB" baseline="0" dirty="0"/>
                        <a:t> </a:t>
                      </a:r>
                      <a:r>
                        <a:rPr lang="en-GB" dirty="0"/>
                        <a:t>1010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0x7FFE4A73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0101 0100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0x7FFE4A74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1001 1000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0x7FFE4A75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  <a:r>
                        <a:rPr lang="en-GB" baseline="0" dirty="0"/>
                        <a:t> </a:t>
                      </a:r>
                      <a:r>
                        <a:rPr lang="en-GB" dirty="0"/>
                        <a:t>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0x7FFE4A76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0101 0101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0x7FFE4A77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1110 0111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39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A3C2CFB9-9273-EF4A-AA89-DF83BD5BC8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2872307"/>
              </p:ext>
            </p:extLst>
          </p:nvPr>
        </p:nvGraphicFramePr>
        <p:xfrm>
          <a:off x="3071552" y="2245297"/>
          <a:ext cx="687401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788228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0x00000000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array[0]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0x00000004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array[1]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0x00000008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array[2]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0x0000000C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array[3]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0x00000010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array[4]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0x00000014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array[5]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0x00000018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array[6]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573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8470568-A093-274D-B170-5CD7E809E200}"/>
              </a:ext>
            </a:extLst>
          </p:cNvPr>
          <p:cNvGrpSpPr/>
          <p:nvPr/>
        </p:nvGrpSpPr>
        <p:grpSpPr>
          <a:xfrm>
            <a:off x="3108961" y="1878677"/>
            <a:ext cx="5307349" cy="1086594"/>
            <a:chOff x="3108961" y="1878677"/>
            <a:chExt cx="5307349" cy="1086594"/>
          </a:xfrm>
        </p:grpSpPr>
        <p:graphicFrame>
          <p:nvGraphicFramePr>
            <p:cNvPr id="4" name="Content Placeholder 4">
              <a:extLst>
                <a:ext uri="{FF2B5EF4-FFF2-40B4-BE49-F238E27FC236}">
                  <a16:creationId xmlns:a16="http://schemas.microsoft.com/office/drawing/2014/main" id="{A3C2CFB9-9273-EF4A-AA89-DF83BD5BC8F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79217261"/>
                </p:ext>
              </p:extLst>
            </p:nvPr>
          </p:nvGraphicFramePr>
          <p:xfrm>
            <a:off x="3108961" y="2594431"/>
            <a:ext cx="5307349" cy="370840"/>
          </p:xfrm>
          <a:graphic>
            <a:graphicData uri="http://schemas.openxmlformats.org/drawingml/2006/table">
              <a:tbl>
                <a:tblPr firstRow="1" bandRow="1">
                  <a:tableStyleId>{2D5ABB26-0587-4C30-8999-92F81FD0307C}</a:tableStyleId>
                </a:tblPr>
                <a:tblGrid>
                  <a:gridCol w="143914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70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6705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6705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967051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algn="r"/>
                        <a:r>
                          <a:rPr lang="en-GB" dirty="0"/>
                          <a:t>0x537A4CF2</a:t>
                        </a:r>
                      </a:p>
                    </a:txBody>
                    <a:tcPr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GB" dirty="0"/>
                          <a:t>0x89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GB" dirty="0"/>
                          <a:t>0xEF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GB" dirty="0"/>
                          <a:t>0xCD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GB" dirty="0"/>
                          <a:t>0xAB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C2F2725-5C90-3A44-989B-1CDA3369001F}"/>
                </a:ext>
              </a:extLst>
            </p:cNvPr>
            <p:cNvSpPr txBox="1"/>
            <p:nvPr/>
          </p:nvSpPr>
          <p:spPr>
            <a:xfrm>
              <a:off x="3730174" y="1878677"/>
              <a:ext cx="4064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urier" pitchFamily="2" charset="0"/>
                </a:rPr>
                <a:t>int variable = 0xABCDEF89;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672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776D22DB-41F9-EE49-883F-7C55B98F1106}"/>
              </a:ext>
            </a:extLst>
          </p:cNvPr>
          <p:cNvGrpSpPr/>
          <p:nvPr/>
        </p:nvGrpSpPr>
        <p:grpSpPr>
          <a:xfrm>
            <a:off x="1799048" y="2374900"/>
            <a:ext cx="6311488" cy="2552545"/>
            <a:chOff x="1470436" y="3217863"/>
            <a:chExt cx="6311488" cy="2552545"/>
          </a:xfrm>
        </p:grpSpPr>
        <p:sp>
          <p:nvSpPr>
            <p:cNvPr id="6" name="Folded Corner 5">
              <a:extLst>
                <a:ext uri="{FF2B5EF4-FFF2-40B4-BE49-F238E27FC236}">
                  <a16:creationId xmlns:a16="http://schemas.microsoft.com/office/drawing/2014/main" id="{54874B0F-405E-2A4E-90EF-BD65A4DF7A51}"/>
                </a:ext>
              </a:extLst>
            </p:cNvPr>
            <p:cNvSpPr/>
            <p:nvPr/>
          </p:nvSpPr>
          <p:spPr>
            <a:xfrm>
              <a:off x="4780852" y="4757738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funcs.cpp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Folded Corner 7">
              <a:extLst>
                <a:ext uri="{FF2B5EF4-FFF2-40B4-BE49-F238E27FC236}">
                  <a16:creationId xmlns:a16="http://schemas.microsoft.com/office/drawing/2014/main" id="{0A25A904-4E03-854A-B7DD-468457F3C778}"/>
                </a:ext>
              </a:extLst>
            </p:cNvPr>
            <p:cNvSpPr/>
            <p:nvPr/>
          </p:nvSpPr>
          <p:spPr>
            <a:xfrm>
              <a:off x="6447727" y="4757738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tests.cpp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Folded Corner 9">
              <a:extLst>
                <a:ext uri="{FF2B5EF4-FFF2-40B4-BE49-F238E27FC236}">
                  <a16:creationId xmlns:a16="http://schemas.microsoft.com/office/drawing/2014/main" id="{C15CF1FA-3C5A-E041-B178-408D47DFEB47}"/>
                </a:ext>
              </a:extLst>
            </p:cNvPr>
            <p:cNvSpPr/>
            <p:nvPr/>
          </p:nvSpPr>
          <p:spPr>
            <a:xfrm>
              <a:off x="3113977" y="4757738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main.cpp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Folded Corner 10">
              <a:extLst>
                <a:ext uri="{FF2B5EF4-FFF2-40B4-BE49-F238E27FC236}">
                  <a16:creationId xmlns:a16="http://schemas.microsoft.com/office/drawing/2014/main" id="{4C08EC2F-133D-AD46-9B01-250FF65FDC31}"/>
                </a:ext>
              </a:extLst>
            </p:cNvPr>
            <p:cNvSpPr/>
            <p:nvPr/>
          </p:nvSpPr>
          <p:spPr>
            <a:xfrm>
              <a:off x="4780852" y="3224213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funcs.h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Folded Corner 11">
              <a:extLst>
                <a:ext uri="{FF2B5EF4-FFF2-40B4-BE49-F238E27FC236}">
                  <a16:creationId xmlns:a16="http://schemas.microsoft.com/office/drawing/2014/main" id="{7D634CA1-D22D-C244-A6B9-9836E676D492}"/>
                </a:ext>
              </a:extLst>
            </p:cNvPr>
            <p:cNvSpPr/>
            <p:nvPr/>
          </p:nvSpPr>
          <p:spPr>
            <a:xfrm>
              <a:off x="6447727" y="3224213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tests.h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Folded Corner 13">
              <a:extLst>
                <a:ext uri="{FF2B5EF4-FFF2-40B4-BE49-F238E27FC236}">
                  <a16:creationId xmlns:a16="http://schemas.microsoft.com/office/drawing/2014/main" id="{B9B13DB3-7C67-EE44-AF70-AF2D9718F929}"/>
                </a:ext>
              </a:extLst>
            </p:cNvPr>
            <p:cNvSpPr/>
            <p:nvPr/>
          </p:nvSpPr>
          <p:spPr>
            <a:xfrm>
              <a:off x="3113977" y="3224213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main.h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2A92C25-3422-9C41-B257-F33D78AEA332}"/>
                </a:ext>
              </a:extLst>
            </p:cNvPr>
            <p:cNvCxnSpPr>
              <a:cxnSpLocks/>
              <a:stCxn id="10" idx="0"/>
              <a:endCxn id="14" idx="2"/>
            </p:cNvCxnSpPr>
            <p:nvPr/>
          </p:nvCxnSpPr>
          <p:spPr>
            <a:xfrm flipV="1">
              <a:off x="3781076" y="4236883"/>
              <a:ext cx="0" cy="52085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8552D60-E6DE-114B-980C-00E60C3DEBE2}"/>
                </a:ext>
              </a:extLst>
            </p:cNvPr>
            <p:cNvCxnSpPr>
              <a:cxnSpLocks/>
              <a:stCxn id="6" idx="0"/>
              <a:endCxn id="11" idx="2"/>
            </p:cNvCxnSpPr>
            <p:nvPr/>
          </p:nvCxnSpPr>
          <p:spPr>
            <a:xfrm flipV="1">
              <a:off x="5447951" y="4236883"/>
              <a:ext cx="0" cy="52085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3EE9575-921E-4240-9894-7B71A16E0CCF}"/>
                </a:ext>
              </a:extLst>
            </p:cNvPr>
            <p:cNvCxnSpPr>
              <a:cxnSpLocks/>
              <a:stCxn id="8" idx="0"/>
              <a:endCxn id="12" idx="2"/>
            </p:cNvCxnSpPr>
            <p:nvPr/>
          </p:nvCxnSpPr>
          <p:spPr>
            <a:xfrm flipV="1">
              <a:off x="7114826" y="4236883"/>
              <a:ext cx="0" cy="52085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>
              <a:extLst>
                <a:ext uri="{FF2B5EF4-FFF2-40B4-BE49-F238E27FC236}">
                  <a16:creationId xmlns:a16="http://schemas.microsoft.com/office/drawing/2014/main" id="{7081697B-F27F-0445-A679-83AA17E34870}"/>
                </a:ext>
              </a:extLst>
            </p:cNvPr>
            <p:cNvCxnSpPr>
              <a:cxnSpLocks/>
              <a:stCxn id="14" idx="0"/>
              <a:endCxn id="11" idx="0"/>
            </p:cNvCxnSpPr>
            <p:nvPr/>
          </p:nvCxnSpPr>
          <p:spPr>
            <a:xfrm rot="5400000" flipH="1" flipV="1">
              <a:off x="4614513" y="2390776"/>
              <a:ext cx="12700" cy="1666875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28F0891D-41A7-2D4E-8CD6-D37DEBD1C59D}"/>
                </a:ext>
              </a:extLst>
            </p:cNvPr>
            <p:cNvCxnSpPr>
              <a:cxnSpLocks/>
              <a:stCxn id="14" idx="0"/>
              <a:endCxn id="12" idx="0"/>
            </p:cNvCxnSpPr>
            <p:nvPr/>
          </p:nvCxnSpPr>
          <p:spPr>
            <a:xfrm rot="5400000" flipH="1" flipV="1">
              <a:off x="5447951" y="1557338"/>
              <a:ext cx="12700" cy="3333750"/>
            </a:xfrm>
            <a:prstGeom prst="curvedConnector3">
              <a:avLst>
                <a:gd name="adj1" fmla="val 4612504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F572C6-922F-7242-A74C-962C2AF60070}"/>
                </a:ext>
              </a:extLst>
            </p:cNvPr>
            <p:cNvCxnSpPr>
              <a:cxnSpLocks/>
              <a:stCxn id="12" idx="0"/>
              <a:endCxn id="11" idx="0"/>
            </p:cNvCxnSpPr>
            <p:nvPr/>
          </p:nvCxnSpPr>
          <p:spPr>
            <a:xfrm rot="16200000" flipV="1">
              <a:off x="6281389" y="2390775"/>
              <a:ext cx="12700" cy="1666875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20EC53F-260A-2449-BF93-F69B845AFE12}"/>
                </a:ext>
              </a:extLst>
            </p:cNvPr>
            <p:cNvGrpSpPr/>
            <p:nvPr/>
          </p:nvGrpSpPr>
          <p:grpSpPr>
            <a:xfrm>
              <a:off x="1470436" y="4497743"/>
              <a:ext cx="1287532" cy="519990"/>
              <a:chOff x="1493767" y="4054398"/>
              <a:chExt cx="1287532" cy="519990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00F97B6-D05C-7B4A-A0BB-69BFC69569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8271" y="4054398"/>
                <a:ext cx="638524" cy="1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60D6704-C3AA-AB44-B069-17D1E2A7FEE5}"/>
                  </a:ext>
                </a:extLst>
              </p:cNvPr>
              <p:cNvSpPr txBox="1"/>
              <p:nvPr/>
            </p:nvSpPr>
            <p:spPr>
              <a:xfrm>
                <a:off x="1493767" y="4205056"/>
                <a:ext cx="12875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#include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532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108C102-9DFA-7248-957E-6C31BB74C9F5}"/>
              </a:ext>
            </a:extLst>
          </p:cNvPr>
          <p:cNvGrpSpPr/>
          <p:nvPr/>
        </p:nvGrpSpPr>
        <p:grpSpPr>
          <a:xfrm>
            <a:off x="3465925" y="743865"/>
            <a:ext cx="5054667" cy="5761172"/>
            <a:chOff x="3465925" y="743865"/>
            <a:chExt cx="5054667" cy="5761172"/>
          </a:xfrm>
        </p:grpSpPr>
        <p:sp>
          <p:nvSpPr>
            <p:cNvPr id="6" name="Folded Corner 5">
              <a:extLst>
                <a:ext uri="{FF2B5EF4-FFF2-40B4-BE49-F238E27FC236}">
                  <a16:creationId xmlns:a16="http://schemas.microsoft.com/office/drawing/2014/main" id="{54874B0F-405E-2A4E-90EF-BD65A4DF7A51}"/>
                </a:ext>
              </a:extLst>
            </p:cNvPr>
            <p:cNvSpPr/>
            <p:nvPr/>
          </p:nvSpPr>
          <p:spPr>
            <a:xfrm>
              <a:off x="5099416" y="5492367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funcs.cpp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Folded Corner 10">
              <a:extLst>
                <a:ext uri="{FF2B5EF4-FFF2-40B4-BE49-F238E27FC236}">
                  <a16:creationId xmlns:a16="http://schemas.microsoft.com/office/drawing/2014/main" id="{4C08EC2F-133D-AD46-9B01-250FF65FDC31}"/>
                </a:ext>
              </a:extLst>
            </p:cNvPr>
            <p:cNvSpPr/>
            <p:nvPr/>
          </p:nvSpPr>
          <p:spPr>
            <a:xfrm>
              <a:off x="5099415" y="3890174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funcs.h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Folded Corner 11">
              <a:extLst>
                <a:ext uri="{FF2B5EF4-FFF2-40B4-BE49-F238E27FC236}">
                  <a16:creationId xmlns:a16="http://schemas.microsoft.com/office/drawing/2014/main" id="{7D634CA1-D22D-C244-A6B9-9836E676D492}"/>
                </a:ext>
              </a:extLst>
            </p:cNvPr>
            <p:cNvSpPr/>
            <p:nvPr/>
          </p:nvSpPr>
          <p:spPr>
            <a:xfrm>
              <a:off x="6732905" y="2287981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tests.o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Folded Corner 13">
              <a:extLst>
                <a:ext uri="{FF2B5EF4-FFF2-40B4-BE49-F238E27FC236}">
                  <a16:creationId xmlns:a16="http://schemas.microsoft.com/office/drawing/2014/main" id="{B9B13DB3-7C67-EE44-AF70-AF2D9718F929}"/>
                </a:ext>
              </a:extLst>
            </p:cNvPr>
            <p:cNvSpPr/>
            <p:nvPr/>
          </p:nvSpPr>
          <p:spPr>
            <a:xfrm>
              <a:off x="3465925" y="2287981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main.o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8552D60-E6DE-114B-980C-00E60C3DEBE2}"/>
                </a:ext>
              </a:extLst>
            </p:cNvPr>
            <p:cNvCxnSpPr>
              <a:cxnSpLocks/>
              <a:stCxn id="6" idx="0"/>
              <a:endCxn id="11" idx="2"/>
            </p:cNvCxnSpPr>
            <p:nvPr/>
          </p:nvCxnSpPr>
          <p:spPr>
            <a:xfrm flipH="1" flipV="1">
              <a:off x="5766514" y="4902844"/>
              <a:ext cx="1" cy="589523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>
              <a:extLst>
                <a:ext uri="{FF2B5EF4-FFF2-40B4-BE49-F238E27FC236}">
                  <a16:creationId xmlns:a16="http://schemas.microsoft.com/office/drawing/2014/main" id="{7081697B-F27F-0445-A679-83AA17E34870}"/>
                </a:ext>
              </a:extLst>
            </p:cNvPr>
            <p:cNvCxnSpPr>
              <a:cxnSpLocks/>
              <a:stCxn id="14" idx="0"/>
              <a:endCxn id="2" idx="2"/>
            </p:cNvCxnSpPr>
            <p:nvPr/>
          </p:nvCxnSpPr>
          <p:spPr>
            <a:xfrm rot="5400000" flipH="1" flipV="1">
              <a:off x="4655007" y="1176476"/>
              <a:ext cx="589523" cy="1633489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F572C6-922F-7242-A74C-962C2AF60070}"/>
                </a:ext>
              </a:extLst>
            </p:cNvPr>
            <p:cNvCxnSpPr>
              <a:cxnSpLocks/>
              <a:stCxn id="12" idx="0"/>
              <a:endCxn id="2" idx="2"/>
            </p:cNvCxnSpPr>
            <p:nvPr/>
          </p:nvCxnSpPr>
          <p:spPr>
            <a:xfrm rot="16200000" flipV="1">
              <a:off x="6288498" y="1176474"/>
              <a:ext cx="589523" cy="1633491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51829B-6EEF-8F40-BB86-C43B87840258}"/>
                </a:ext>
              </a:extLst>
            </p:cNvPr>
            <p:cNvSpPr/>
            <p:nvPr/>
          </p:nvSpPr>
          <p:spPr>
            <a:xfrm>
              <a:off x="5046722" y="743865"/>
              <a:ext cx="1439582" cy="95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1CE74CE-427C-774F-A60C-1420BDE6B805}"/>
                </a:ext>
              </a:extLst>
            </p:cNvPr>
            <p:cNvSpPr txBox="1"/>
            <p:nvPr/>
          </p:nvSpPr>
          <p:spPr>
            <a:xfrm>
              <a:off x="5218567" y="974690"/>
              <a:ext cx="10958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main.exe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dirty="0"/>
            </a:p>
          </p:txBody>
        </p:sp>
        <p:sp>
          <p:nvSpPr>
            <p:cNvPr id="21" name="Folded Corner 20">
              <a:extLst>
                <a:ext uri="{FF2B5EF4-FFF2-40B4-BE49-F238E27FC236}">
                  <a16:creationId xmlns:a16="http://schemas.microsoft.com/office/drawing/2014/main" id="{A45FDC27-8101-744D-88BC-34718D0A11F7}"/>
                </a:ext>
              </a:extLst>
            </p:cNvPr>
            <p:cNvSpPr/>
            <p:nvPr/>
          </p:nvSpPr>
          <p:spPr>
            <a:xfrm>
              <a:off x="5099415" y="2287981"/>
              <a:ext cx="1334197" cy="1012670"/>
            </a:xfrm>
            <a:prstGeom prst="foldedCorner">
              <a:avLst>
                <a:gd name="adj" fmla="val 217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funcs.o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FBDDD9B-1B41-1D4F-AFE0-768005A9F0EC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5766514" y="1739506"/>
              <a:ext cx="0" cy="54847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900DB0B-4D67-6149-A8EF-BBDC68328570}"/>
                </a:ext>
              </a:extLst>
            </p:cNvPr>
            <p:cNvCxnSpPr>
              <a:cxnSpLocks/>
              <a:stCxn id="11" idx="0"/>
              <a:endCxn id="21" idx="2"/>
            </p:cNvCxnSpPr>
            <p:nvPr/>
          </p:nvCxnSpPr>
          <p:spPr>
            <a:xfrm flipV="1">
              <a:off x="5766514" y="3300651"/>
              <a:ext cx="0" cy="589523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01E703-A5DB-224E-8D99-1D0EF2B3EF3E}"/>
                </a:ext>
              </a:extLst>
            </p:cNvPr>
            <p:cNvSpPr txBox="1"/>
            <p:nvPr/>
          </p:nvSpPr>
          <p:spPr>
            <a:xfrm>
              <a:off x="5988705" y="3410746"/>
              <a:ext cx="11891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1. Compile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3240424-B507-B34E-9E1B-5DA4F1944C84}"/>
                </a:ext>
              </a:extLst>
            </p:cNvPr>
            <p:cNvSpPr txBox="1"/>
            <p:nvPr/>
          </p:nvSpPr>
          <p:spPr>
            <a:xfrm>
              <a:off x="7472548" y="1698457"/>
              <a:ext cx="1048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2. Linking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695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138</Words>
  <Application>Microsoft Macintosh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Courier</vt:lpstr>
      <vt:lpstr>Courier New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Evans</dc:creator>
  <cp:lastModifiedBy>Microsoft Office User</cp:lastModifiedBy>
  <cp:revision>11</cp:revision>
  <dcterms:created xsi:type="dcterms:W3CDTF">2018-09-05T12:02:12Z</dcterms:created>
  <dcterms:modified xsi:type="dcterms:W3CDTF">2018-09-19T11:52:22Z</dcterms:modified>
</cp:coreProperties>
</file>